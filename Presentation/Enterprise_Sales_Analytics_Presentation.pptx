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4" d="100"/>
          <a:sy n="114" d="100"/>
        </p:scale>
        <p:origin x="-936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887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3366"/>
                </a:solidFill>
              </a:rPr>
              <a:t>Enterprise Sales &amp; Operational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5A5A5A"/>
                </a:solidFill>
              </a:rPr>
              <a:t>Business Intelligence &amp; Operational Reporting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36576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5A5A"/>
                </a:solidFill>
              </a:defRPr>
            </a:pPr>
            <a:r>
              <a:t>Prepared By: Rohit.P.B.</a:t>
            </a:r>
          </a:p>
          <a:p>
            <a:pPr algn="ctr">
              <a:defRPr sz="1300">
                <a:solidFill>
                  <a:srgbClr val="5A5A5A"/>
                </a:solidFill>
              </a:defRPr>
            </a:pPr>
            <a:r>
              <a:t>Email: rohitpb17@gmail.com</a:t>
            </a:r>
          </a:p>
          <a:p>
            <a:pPr algn="ctr">
              <a:defRPr sz="1300">
                <a:solidFill>
                  <a:srgbClr val="5A5A5A"/>
                </a:solidFill>
              </a:defRPr>
            </a:pPr>
            <a:r>
              <a:t>Phone: +91-9400278146</a:t>
            </a:r>
          </a:p>
          <a:p>
            <a:pPr algn="ctr">
              <a:defRPr sz="1300">
                <a:solidFill>
                  <a:srgbClr val="5A5A5A"/>
                </a:solidFill>
              </a:defRPr>
            </a:pPr>
            <a:r>
              <a:t>LinkedIn: linkedin.com/in/rohit-p-b-a04b87369</a:t>
            </a:r>
          </a:p>
          <a:p>
            <a:pPr algn="ctr">
              <a:defRPr sz="1300">
                <a:solidFill>
                  <a:srgbClr val="5A5A5A"/>
                </a:solidFill>
              </a:defRPr>
            </a:pPr>
            <a:r>
              <a:t>Medium: medium.com/@rohitpb17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Enterprise Sales &amp; Operational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3366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End-to-end enterprise sales analytics workflow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Built using Excel, Power Query, </a:t>
            </a:r>
            <a:r>
              <a:rPr dirty="0" err="1"/>
              <a:t>Dockerized</a:t>
            </a:r>
            <a:r>
              <a:rPr dirty="0"/>
              <a:t> MySQL, SQL, and Tableau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Focused on KPI reporting and dashboard-driven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Confidential • For Internal &amp; Portfolio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263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Enterprise Sales &amp; Operational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3366"/>
                </a:solidFill>
              </a:rPr>
              <a:t>Business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Fragmented operational sales data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Delayed KPI visibility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Inconsistent reporting workflows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Difficulty identifying high-performing regions and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Confidential • For Internal &amp; Portfolio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263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Enterprise Sales &amp; Operational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3366"/>
                </a:solidFill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Power Query ETL workflow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</a:t>
            </a:r>
            <a:r>
              <a:rPr dirty="0" err="1"/>
              <a:t>Dockerized</a:t>
            </a:r>
            <a:r>
              <a:rPr dirty="0"/>
              <a:t> MySQL integration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SQL-based KPI analytics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Tableau dashboard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Confidential • For Internal &amp; Portfolio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263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Enterprise Sales &amp; Operational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3366"/>
                </a:solidFill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Develop enterprise analytics workflow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Implement SQL KPI reporting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Create Tableau dashboards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Demonstrate end-to-end analytics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Confidential • For Internal &amp; Portfolio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263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Enterprise Sales &amp; Operational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3366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Microsoft Excel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Power Query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</a:t>
            </a:r>
            <a:r>
              <a:rPr dirty="0" err="1"/>
              <a:t>Docker</a:t>
            </a:r>
            <a:r>
              <a:rPr dirty="0"/>
              <a:t> Desktop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MySQL &amp; SQL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Tableau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</a:t>
            </a:r>
            <a:r>
              <a:rPr dirty="0" err="1"/>
              <a:t>GitHub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Confidential • For Internal &amp; Portfolio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263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Enterprise Sales &amp; Operational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3366"/>
                </a:solidFill>
              </a:rPr>
              <a:t>Initial Analysis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Regional sales variations identified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Monthly trends analyzed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Category profitability evaluated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Top-performing products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Confidential • For Internal &amp; Portfolio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263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Enterprise Sales &amp; Operational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3366"/>
                </a:solidFill>
              </a:rPr>
              <a:t>Key Performance Indicators (KPIs)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Total Revenue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Total Profit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Average Profit Margin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Regional Sales Performance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Monthly Sales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Confidential • For Internal &amp; Portfolio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263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Enterprise Sales &amp; Operational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3366"/>
                </a:solidFill>
              </a:rPr>
              <a:t>Workflow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Confidential • For Internal &amp; Portfolio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263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rPr dirty="0"/>
              <a:t>Excel Raw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0299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A5A5A"/>
                </a:solidFill>
              </a:defRPr>
            </a:pPr>
            <a: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286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Power Query ETL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6700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A5A5A"/>
                </a:solidFill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926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Cleaned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31012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A5A5A"/>
                </a:solidFill>
              </a:defRPr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56615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Dockerized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9502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A5A5A"/>
                </a:solidFill>
              </a:defRPr>
            </a:pPr>
            <a: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206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SQL KPI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59028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A5A5A"/>
                </a:solidFill>
              </a:defRPr>
            </a:pPr>
            <a: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846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Tableau Dashboard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Enterprise Sales &amp; Operational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3366"/>
                </a:solidFill>
              </a:rPr>
              <a:t>SQL Analytics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Regional Sales Analysis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Monthly Revenue Trends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Category Profitability Analysis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Product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Confidential • For Internal &amp; Portfolio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263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Enterprise Sales &amp; Operational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3366"/>
                </a:solidFill>
              </a:rPr>
              <a:t>Tableau Dashboard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Regional Sales Dashboard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Monthly Sales Trends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Category Profitability Reporting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KPI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Confidential • For Internal &amp; Portfolio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263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Enterprise Sales &amp; Operational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3366"/>
                </a:solidFill>
              </a:rPr>
              <a:t>Business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Improved operational visibility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Faster KPI reporting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Better profitability monitoring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Enhanced decision-making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Confidential • For Internal &amp; Portfolio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263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Enterprise Sales &amp; Operational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3366"/>
                </a:solidFill>
              </a:rPr>
              <a:t>Conclusion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Successful enterprise analytics workflow implementation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Improved KPI visibility and reporting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 dirty="0"/>
              <a:t>• Future ETL automation and predictive analytics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A5A"/>
                </a:solidFill>
              </a:rPr>
              <a:t>Confidential • For Internal &amp; Portfolio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263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459</Words>
  <Application>Microsoft Office PowerPoint</Application>
  <PresentationFormat>On-screen Show (4:3)</PresentationFormat>
  <Paragraphs>111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2026-07-01T05:48:10Z</dcterms:modified>
</cp:coreProperties>
</file>